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F4020"/>
          </a:solidFill>
          <a:ln w="12700">
            <a:solidFill>
              <a:srgbClr val="0F4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0"/>
            <a:ext cx="566928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🌾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554480" y="457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KisanBazaar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554480" y="12070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from Farm. No Middlemen. Fair Prices.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029200" cy="36576"/>
          </a:xfrm>
          <a:prstGeom prst="rect">
            <a:avLst/>
          </a:prstGeom>
          <a:solidFill>
            <a:srgbClr val="2D7A44"/>
          </a:solidFill>
          <a:ln w="12700">
            <a:solidFill>
              <a:srgbClr val="2D7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Theme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2011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/ Farmer Marketplace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❗ 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5786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lose 40–60% margin to middlemen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14553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Solution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314553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B2C crop marketplace with AI insights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5029200" cy="914400"/>
          </a:xfrm>
          <a:prstGeom prst="rect">
            <a:avLst/>
          </a:prstGeom>
          <a:solidFill>
            <a:srgbClr val="0D3B1E"/>
          </a:solidFill>
          <a:ln w="12700">
            <a:solidFill>
              <a:srgbClr val="2D7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307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Code Kisan  ·  Leader: [Team Leader Name]  ·  HackerzStreet 4.0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Open Innovation  ·  Category: AgriTech / Social Impact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97880" y="457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5897880" y="1143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below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97880" y="1920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₹2L Cr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897880" y="2606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middlemen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97880" y="33832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5897880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rural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700 million farmers still struggle to get fair prices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64008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🧅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15568" y="123444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Monopoly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1527048"/>
            <a:ext cx="3264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must sell through government mandis or local middlemen (Arhtiyas). No choice, no negotiation.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143000"/>
            <a:ext cx="64008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50408" y="123444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Opacity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50408" y="1527048"/>
            <a:ext cx="3264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have no visibility into actual market rates. They accept whatever price the middleman offers.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6400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15568" y="292608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Losses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3218688"/>
            <a:ext cx="3264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direct buyers, perishables rot in transit or storage — ₹90,000 Cr lost every year to food waste.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8346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834640"/>
            <a:ext cx="6400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550408" y="292608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Access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50408" y="3218688"/>
            <a:ext cx="3264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(eNAM, AgriApp) require literacy, smartphones, and internet fluency most farmers lack.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Farmers earn only ₹1 for every ₹4 the consumer pays. KisanBazaar is built to fix this.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KisanBazaar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zero-commission farmer-to-buyer marketplace built for Bharat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43000"/>
            <a:ext cx="1143000" cy="1143000"/>
          </a:xfrm>
          <a:prstGeom prst="ellipse">
            <a:avLst/>
          </a:prstGeom>
          <a:solidFill>
            <a:srgbClr val="14532D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70432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🧑‍🌾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07592" y="1051560"/>
            <a:ext cx="320040" cy="320040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73352" y="1645920"/>
            <a:ext cx="4572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67128" y="1143000"/>
            <a:ext cx="1143000" cy="1143000"/>
          </a:xfrm>
          <a:prstGeom prst="ellipse">
            <a:avLst/>
          </a:prstGeom>
          <a:solidFill>
            <a:srgbClr val="14532D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67128" y="1170432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71800" y="1051560"/>
            <a:ext cx="320040" cy="320040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75688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Crop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1645920"/>
            <a:ext cx="4572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31336" y="1143000"/>
            <a:ext cx="1143000" cy="1143000"/>
          </a:xfrm>
          <a:prstGeom prst="ellipse">
            <a:avLst/>
          </a:prstGeom>
          <a:solidFill>
            <a:srgbClr val="14532D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31336" y="1170432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36008" y="1051560"/>
            <a:ext cx="320040" cy="320040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39896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01768" y="1645920"/>
            <a:ext cx="4572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95544" y="1143000"/>
            <a:ext cx="1143000" cy="1143000"/>
          </a:xfrm>
          <a:prstGeom prst="ellipse">
            <a:avLst/>
          </a:prstGeom>
          <a:solidFill>
            <a:srgbClr val="14532D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95544" y="1170432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📲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300216" y="1051560"/>
            <a:ext cx="320040" cy="320040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04104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65976" y="1645920"/>
            <a:ext cx="4572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59752" y="1143000"/>
            <a:ext cx="1143000" cy="114300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59752" y="1170432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964424" y="1051560"/>
            <a:ext cx="320040" cy="320040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68312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0175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017520"/>
            <a:ext cx="64008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🆓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115568" y="310896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Commission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15568" y="3401568"/>
            <a:ext cx="18013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listing fees, no transaction cuts. 100% of the price goes to the farmer.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0" y="30175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301752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3950208" y="310896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950208" y="3401568"/>
            <a:ext cx="18013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 gives ROI forecasts and Kisan Mitra chatbot advice in Hinglish.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35040" y="30175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35040" y="301752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📲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784848" y="310896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WhatsApp-Native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784848" y="3401568"/>
            <a:ext cx="18013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contact farmers directly via WhatsApp. No app download required for buyers.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— Designed for Bharat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High-contrast, large-font, multilingual interface for all ages and literacy levels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572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64008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15568" y="1188720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Fonts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148132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Baloo 2 at 28–42pt with extrabold weight. Readable by a 60-year-old farmer in sunlight.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865376"/>
            <a:ext cx="4572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65376"/>
            <a:ext cx="64008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56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15568" y="1956816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Contrast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2249424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forest green (#14532D) on white. WCAG AA compliant. No light-on-light ambiguity.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633472"/>
            <a:ext cx="4572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33472"/>
            <a:ext cx="64008" cy="6949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24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15568" y="2724912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Built-in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3017520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language switch: Hindi, Marathi, Tamil, Telugu, Punjabi. No separate app needed.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401568"/>
            <a:ext cx="4572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401568"/>
            <a:ext cx="64008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15568" y="3493008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Thumb-Friendly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15568" y="3785616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56px tap targets on all CTAs. Hamburger nav on mobile. Works on 4G and below.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169664"/>
            <a:ext cx="4572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169664"/>
            <a:ext cx="64008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61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🟢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115568" y="4261104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Freshness-at-a-Glance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15568" y="4553712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🟢🟡🔴⚫ colour badges show spoilage status instantly — no text reading required.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77840" y="1005840"/>
            <a:ext cx="3108960" cy="3913632"/>
          </a:xfrm>
          <a:prstGeom prst="rect">
            <a:avLst/>
          </a:prstGeom>
          <a:solidFill>
            <a:srgbClr val="1C1C1C"/>
          </a:solidFill>
          <a:ln w="254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42432" y="1261872"/>
            <a:ext cx="2779776" cy="32461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42432" y="1261872"/>
            <a:ext cx="2779776" cy="384048"/>
          </a:xfrm>
          <a:prstGeom prst="rect">
            <a:avLst/>
          </a:prstGeom>
          <a:solidFill>
            <a:srgbClr val="0D3B1E"/>
          </a:solidFill>
          <a:ln w="12700">
            <a:solidFill>
              <a:srgbClr val="0D3B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33872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KisanBazaar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33872" y="1783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Crops,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from Farmers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833872" y="2697480"/>
            <a:ext cx="2468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Tomato, Rice, Wheat…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33872" y="3218688"/>
            <a:ext cx="1234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0448" y="3291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🍅 Tomato  ₹22/kg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870448" y="36393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8d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205472" y="3218688"/>
            <a:ext cx="1234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42048" y="3291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Wheat  ₹18/kg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42048" y="36393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3d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57784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UI Preview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— Auto-Spoiling Intelligence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freshness engine built into models.py — zero manual effort from farmers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572000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0700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models.py — Product.save()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SHELF_LIFE_DAYS_MAP = {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75107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'tomato':   5,  'onion':   30,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476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'wheat':  180,  'rice':   365,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442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'corn':     3,  'garlic':  60,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34086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5374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3405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save(self, *args, **kwargs):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306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crop_key = crop_name.lower()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272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shelf = MAP.get(crop_key, 7)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2384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expiry = harvest + timedelta(shelf)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super().save()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7170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91363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@property urgency_level: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1102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≤0 → expired | ≤2 → critical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30682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≤4 → warning | else → fresh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66360" y="1097280"/>
            <a:ext cx="3611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66360" y="1097280"/>
            <a:ext cx="64008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916168" y="1188720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Crop Shelf-Life Map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16168" y="1481328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 = 3 days, Onion = 30, Garlic = 60, Rice = 365. Auto-assigned on save.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66360" y="2011680"/>
            <a:ext cx="3611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66360" y="201168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🔴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916168" y="2103120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Urgency System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16168" y="2395728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→ warning → critical → expired. Each maps to a colour badge and card border.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166360" y="2926080"/>
            <a:ext cx="3611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66360" y="2926080"/>
            <a:ext cx="64008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916168" y="3017520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Zero-Input from Farmer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16168" y="3310128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expiry_date is computed on model.save(). No date entry. No configuration.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166360" y="3840480"/>
            <a:ext cx="3611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166360" y="3840480"/>
            <a:ext cx="64008" cy="80467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🛑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5916168" y="3931920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Listings Blocked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916168" y="4224528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products show 'No Longer Available'. WhatsApp button is hidden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Powered by Gemini 1.5 Flash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tools built for Indian farming realities — no app download, no English required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35661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4114800" cy="43891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338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ROI Predictor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84048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clicks 'Predict My ROI' on any listing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/farmer/roi/&lt;pk&gt;/ calls Gemini API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crop, quantity, price, location, expiry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2-sentence market forecast + selling tip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in modal — Indigo card, animated spinner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if API key not configured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35661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4114800" cy="43891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338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Kisan Mitra Chatbot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572768"/>
            <a:ext cx="384048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/kisan-mitra/chat/ — JSON AJAX endpoint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in Hinglish (Hindi + English mix)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crop prices, storage, pest control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schemes: PM-KISAN, PMFBY, eNAM, KCC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Personalised: uses farmer name + village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 chips for first-time users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features degrade gracefully — if GEMINI_API_KEY is missing, a user-friendly fallback message is shown. Zero crashes.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Decoupled, maintainable, and production-ready Django stack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73152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78992"/>
            <a:ext cx="1920240" cy="56692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887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11887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CDN  ·  Baloo 2 / Hind fonts  ·  Vanilla JS (no framework)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28216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28216"/>
            <a:ext cx="73152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1728216"/>
            <a:ext cx="1920240" cy="566928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379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23160" y="183794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Templates  ·  base.html inheritance  ·  10 role-aware templates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377440"/>
            <a:ext cx="73152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2377440"/>
            <a:ext cx="1920240" cy="56692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871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248716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Function-based views  ·  @login_required  ·  @require_POST  ·  JsonResponse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026664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026664"/>
            <a:ext cx="7315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026664"/>
            <a:ext cx="1920240" cy="56692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1363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23160" y="313639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AbstractUser (4 roles)  ·  Product with auto expiry  ·  24-crop shelf-life map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675888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675888"/>
            <a:ext cx="73152" cy="5669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" y="3675888"/>
            <a:ext cx="1920240" cy="566928"/>
          </a:xfrm>
          <a:prstGeom prst="rect">
            <a:avLst/>
          </a:prstGeom>
          <a:solidFill>
            <a:srgbClr val="EC4899">
              <a:alpha val="12000"/>
            </a:srgbClr>
          </a:solidFill>
          <a:ln w="12700">
            <a:solidFill>
              <a:srgbClr val="EC4899">
                <a:alpha val="1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78561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23160" y="378561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 REST  ·  urllib only (no SDK)  ·  Timeout + error handling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325112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4325112"/>
            <a:ext cx="73152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4325112"/>
            <a:ext cx="1920240" cy="566928"/>
          </a:xfrm>
          <a:prstGeom prst="rect">
            <a:avLst/>
          </a:prstGeom>
          <a:solidFill>
            <a:srgbClr val="6B7280">
              <a:alpha val="12000"/>
            </a:srgbClr>
          </a:solidFill>
          <a:ln w="12700">
            <a:solidFill>
              <a:srgbClr val="6B7280">
                <a:alpha val="1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434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23160" y="443484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dev  →  PostgreSQL prod  ·  Pillow for ImageField  ·  DB indexes on expiry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Decoupled JS  ·  ✅ CSRF Protected  ·  ✅ Role-based Access Control  ·  ✅ Media served via Django dev / Nginx prod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Market Opportunity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the middleman creates measurable economic uplift for every farmer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1965960" cy="150876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07008"/>
            <a:ext cx="17830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2002536"/>
            <a:ext cx="17830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Lost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Middlemen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965960" cy="1508760"/>
          </a:xfrm>
          <a:prstGeom prst="rect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207008"/>
            <a:ext cx="17830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₹100Cr+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2002536"/>
            <a:ext cx="17830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(AgriTech India)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097280"/>
            <a:ext cx="1965960" cy="1508760"/>
          </a:xfrm>
          <a:prstGeom prst="rect">
            <a:avLst/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1207008"/>
            <a:ext cx="17830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600M+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09160" y="2002536"/>
            <a:ext cx="17830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Workers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196596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207008"/>
            <a:ext cx="17830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58000" y="2002536"/>
            <a:ext cx="17830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Buyers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Crop Photo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4160520" cy="1783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WITHOUT KisanBazaar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29184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sells 100kg tomato @ ₹8/kg to Arhtiya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Arhtiya sells at ₹22/kg to retailer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earns ₹800 — loses ₹1,400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transparency, no bargaining power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4160520" cy="17830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WITH KisanBazaar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29184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lists 100kg tomato @ ₹18/kg directly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contacts via WhatsApp, pays ₹18/kg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earns ₹1,800 — 125% more income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optimal sell-time via ROI Predictor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Walkthrough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7-screen user journey — fully functional, deployable today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261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 Page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242316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556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search, freshness legend, WhatsApp CTA for buyers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10972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234440"/>
            <a:ext cx="384048" cy="38404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26187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67328" y="1261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Register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0128" y="1664208"/>
            <a:ext cx="242316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7556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/ Buyer role picker, phone + village capture, instant auth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25896" y="10972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1234440"/>
            <a:ext cx="384048" cy="38404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26187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0256" y="1261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Farmer Dashboard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63056" y="1664208"/>
            <a:ext cx="242316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17556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of listings with urgency badges, ROI button, delete confirm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9718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108960"/>
            <a:ext cx="384048" cy="38404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1363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3136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List a Crop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538728"/>
            <a:ext cx="242316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63016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Quick-fill chips (50/100/500kg), auto expiry hint, photo upload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72968" y="29718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10128" y="3108960"/>
            <a:ext cx="384048" cy="38404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31363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67328" y="3136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ROI Predictor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310128" y="3538728"/>
            <a:ext cx="242316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363016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modal — animated spinner, 2-sentence market analysis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25896" y="29718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63056" y="3108960"/>
            <a:ext cx="384048" cy="38404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3056" y="31363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20256" y="3136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Kisan Mitra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63056" y="3538728"/>
            <a:ext cx="242316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63056" y="363016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 chat, suggestion chips, typing indicator, auto-resize input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screens are live, tested, and runnable with: python manage.py runserver — see README.md for full setup in 5 minutes.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3B1E"/>
          </a:solidFill>
          <a:ln w="12700">
            <a:solidFill>
              <a:srgbClr val="0D3B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70001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HackerzStreet 4.0  ·  Agriculture Track  ·  KisanBazaar 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🌾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KisanBazaar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marketplace.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lifeline for India's farmers.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566928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Direct farmer-to-buyer — zero commission, zero middlemen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Auto-spoiling intelligence across 24 crops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Gemini AI: ROI Predictor + Hinglish Kisan Mitra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WhatsApp-native — works without any app install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Multilingual — one tap to Hindi, Tamil, Punjabi +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Production-ready Django, fully tested, live in 5 min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5486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6492240" y="2103120"/>
            <a:ext cx="2286000" cy="45720"/>
          </a:xfrm>
          <a:prstGeom prst="rect">
            <a:avLst/>
          </a:prstGeom>
          <a:solidFill>
            <a:srgbClr val="2D7A44"/>
          </a:solidFill>
          <a:ln w="12700">
            <a:solidFill>
              <a:srgbClr val="2D7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3317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HackerzStreet 4.0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28072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Team: Code Kisan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32826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[team@email.com]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37581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github.com/[repo]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"Kisan ka haath, technology ka saath"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KisanBazaar — HackerzStreet 4.0</dc:title>
  <dc:subject>PptxGenJS Presentation</dc:subject>
  <dc:creator>KisanBazaar Team</dc:creator>
  <cp:lastModifiedBy>KisanBazaar Team</cp:lastModifiedBy>
  <cp:revision>1</cp:revision>
  <dcterms:created xsi:type="dcterms:W3CDTF">2026-03-22T00:37:58Z</dcterms:created>
  <dcterms:modified xsi:type="dcterms:W3CDTF">2026-03-22T00:37:58Z</dcterms:modified>
</cp:coreProperties>
</file>